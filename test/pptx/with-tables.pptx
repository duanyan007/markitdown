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Table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Contains PPT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589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54864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Watch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589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54864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Watch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