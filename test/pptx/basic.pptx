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Overview</a:t>
            </a:r>
          </a:p>
          <a:p>
            <a:pPr/>
            <a:r>
              <a:t>Test categories</a:t>
            </a:r>
          </a:p>
          <a:p>
            <a:pPr/>
            <a:r>
              <a:t>Expected outputs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Good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Watch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Carol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Great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