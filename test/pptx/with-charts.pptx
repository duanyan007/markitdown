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Docs</c:v>
                </c:pt>
                <c:pt idx="1">
                  <c:v>PDF</c:v>
                </c:pt>
                <c:pt idx="2">
                  <c:v>Slides</c:v>
                </c:pt>
                <c:pt idx="3">
                  <c:v>Sheets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Bar and pie 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80160" y="13716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